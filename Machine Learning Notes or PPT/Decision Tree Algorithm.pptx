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6507" y="1474470"/>
            <a:ext cx="379086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126699" y="2312670"/>
            <a:ext cx="28904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Algorithm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0977" y="2937510"/>
            <a:ext cx="622192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guide to understanding, building, and optimizing decision trees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954580" y="3482340"/>
            <a:ext cx="123484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•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Decision Tree?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machine learning algorithm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tasks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decisions as a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tree-like structure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Non-parametric and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understand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1"/>
            <a:ext cx="7924800" cy="944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23160"/>
            <a:ext cx="7924800" cy="944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96640"/>
            <a:ext cx="7924800" cy="944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Components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1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Node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60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 with all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5176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Nodes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926081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features (splits)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82524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Nodes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09956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Decision Trees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at root with entire dataset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split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 and threshold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Recursively split child nodes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when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criteria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met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Splitting Criteria (Classification)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&amp; Information Gain: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Measures uncertainty and information reduction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Impurity: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Measures probability of misclassification (1 - Σp²)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345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Pick feature that maximizes purity gain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29349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71775"/>
            <a:ext cx="7924800" cy="129349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vs Entropy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0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Index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75260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computation, favors larger partitions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000375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3274695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but slightly better results, from information theory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429387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Both produce similar trees in practice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 for Regression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Splitting Criterion: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 Squared Error (MSE) reduction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1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Prediction: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Average value of samples in leaf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345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Minimize variance within each split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understand and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both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and categorical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relationships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strong assumptions about data distribution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Prone to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(memorizes noise)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variance: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 data changes = different trees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Biased toward features with many levels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trees perform worse than ensembles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Overfitting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Trees grow too deep and complex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109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Perfect training accuracy, poor test accuracy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345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pruning or regularization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Pre-Pruning (Early Stopping)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depth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tree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samples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node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if information gain below threshold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simpler, risk of underfitting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Post-Pruning (Complexity Reduction)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full tree first without restrictions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branches bottom-up if they don't improve performance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validation data to evaluate branches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accuracy, more complex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7924800" cy="192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from sklearn.tree import DecisionTreeClassifier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dt = DecisionTreeClassifier(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criterion="gini",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max_depth=5,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min_samples_split=10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)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dt.fit(X_train, y_train)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Decision Trees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critical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feature types (numerical + categorical)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relationships in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analysis needed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5278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91"/>
            <a:ext cx="7924800" cy="15278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Single Trees: Ensembles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2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75260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trees, vote on prediction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234691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3509014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tree building with errors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 are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and flexible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or Entropy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optimal splits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control overfitting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pruning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Ensembles improve performance significantly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804039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17" y="2581275"/>
            <a:ext cx="98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53832" y="3152775"/>
            <a:ext cx="3036337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 • Machine Learning • Data Science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2026-02-02T17:34:10Z</dcterms:created>
  <dcterms:modified xsi:type="dcterms:W3CDTF">2026-02-02T17:34:10Z</dcterms:modified>
</cp:coreProperties>
</file>